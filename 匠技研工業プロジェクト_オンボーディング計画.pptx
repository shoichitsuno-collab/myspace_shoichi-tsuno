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匠技研工業プロジェクト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実施概要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2025年2月21日に実施概要確認MTGを開催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日時: 2月21日 16:00-17:00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出席: 匠技研工業様（原様）、KOMMONS（津野）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稼働条件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稼働時間: 80時間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PM: 定額課金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実働: 従量課金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勤務: リモート（毎日4時間）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スケジュール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稼働開始: 3月3日（月）13:00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1. 稼働条件すり合わせ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2. 稼働準備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3. キックオフMTG開催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Week1（3/3週）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必要なキャッチアップ内容を一通り理解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・各種レクチャーMTG実施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・ドメイン知識、ビジネスモデル習得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Week2（3/10週）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部分的にテックエキスパート業務に対応開始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・既存顧客修正対応: 1日1-2件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・基本的な対応フロー習得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Week3（3/17週）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一通りのテックエキスパート業務に対応可能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・新規顧客対応: 1週間1-2件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・人材要件見極め実施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Week4（3/24週）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実働メンバーへのレクチャー実施可能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・他メンバーへの指導開始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・4月以降の本格運用体制構築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キャッチアップ内容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ドメイン知識、ビジネスモデル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組織図、プロダクト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CS業務フロー、テックエキスパート業務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アカウント発行予定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Google Workspace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Slack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Notion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匠フォース（社内システム）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レクチャー体制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メイン: 原様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サブサポート: 高木さん、中野さん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体系化: レクチャー内容の整理・ドキュメント化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重要な確認事項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Q: Slackチャンネル参加範囲は？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A: 現状のみか他チャンネルも確認要</a:t>
            </a:r>
          </a:p>
          <a:p>
            <a:pPr>
              <a:defRPr sz="1800">
                <a:solidFill>
                  <a:srgbClr val="333333"/>
                </a:solidFill>
              </a:defRPr>
            </a:pP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Q: アカウント発行タイムライン？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A: 契約後速やかに実施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アクションアイテム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匠技研工業様: アカウント準備、Slack確認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KOMMONS: 契約手続き、アカウント発行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レクチャー資料の整備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>
                <a:solidFill>
                  <a:srgbClr val="1E3A5F"/>
                </a:solidFill>
              </a:defRPr>
            </a:pPr>
            <a:r>
              <a:t>ネクストアクション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>
                <a:solidFill>
                  <a:srgbClr val="333333"/>
                </a:solidFill>
              </a:defRPr>
            </a:pPr>
            <a:r>
              <a:t>ご契約・アカウント準備を急ぎ進め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3月3日稼働開始に向けて準備を加速</a:t>
            </a:r>
          </a:p>
          <a:p>
            <a:pPr>
              <a:defRPr sz="1800">
                <a:solidFill>
                  <a:srgbClr val="333333"/>
                </a:solidFill>
              </a:defRPr>
            </a:pPr>
            <a:r>
              <a:t>スケジュール確定までの関係者調整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