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匠技研工業プロジェクト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オンボーディング計画とスケジュール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実施概要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2025年2月21日に実施概要確認MTGを開催</a:t>
            </a:r>
            <a:br/>
            <a:r>
              <a:t>日時: 2月21日 16:00-17:00</a:t>
            </a:r>
            <a:br/>
            <a:r>
              <a:t>出席: 匠技研工業様（原様）、KOMMONS（津野）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稼働条件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稼働時間: 80時間</a:t>
            </a:r>
            <a:br/>
            <a:r>
              <a:t>PM: 定額課金</a:t>
            </a:r>
            <a:br/>
            <a:r>
              <a:t>実働: 従量課金</a:t>
            </a:r>
            <a:br/>
            <a:r>
              <a:t>勤務: リモート（毎日4時間）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稼働開始: 3月3日（月）13:00</a:t>
            </a:r>
            <a:br/>
            <a:r>
              <a:t>1. 稼働条件すり合わせ</a:t>
            </a:r>
            <a:br/>
            <a:r>
              <a:t>2. 稼働準備</a:t>
            </a:r>
            <a:br/>
            <a:r>
              <a:t>3. キックオフMTG開催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Week1（3/3週）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必要なキャッチアップ内容を一通り理解</a:t>
            </a:r>
            <a:br/>
            <a:r>
              <a:t>・各種レクチャーMTG実施</a:t>
            </a:r>
            <a:br/>
            <a:r>
              <a:t>・ドメイン知識、ビジネスモデル習得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Week2（3/10週）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部分的にテックエキスパート業務に対応開始</a:t>
            </a:r>
            <a:br/>
            <a:r>
              <a:t>・既存顧客修正対応: 1日1-2件</a:t>
            </a:r>
            <a:br/>
            <a:r>
              <a:t>・基本的な対応フロー習得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Week3（3/17週）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一通りのテックエキスパート業務に対応可能</a:t>
            </a:r>
            <a:br/>
            <a:r>
              <a:t>・新規顧客対応: 1週間1-2件</a:t>
            </a:r>
            <a:br/>
            <a:r>
              <a:t>・人材要件見極め実施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Week4（3/24週）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実働メンバーへのレクチャー実施可能</a:t>
            </a:r>
            <a:br/>
            <a:r>
              <a:t>・他メンバーへの指導開始</a:t>
            </a:r>
            <a:br/>
            <a:r>
              <a:t>・4月以降の本格運用体制構築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キャッチアップ内容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ドメイン知識、ビジネスモデル</a:t>
            </a:r>
            <a:br/>
            <a:r>
              <a:t>組織図、プロダクト</a:t>
            </a:r>
            <a:br/>
            <a:r>
              <a:t>CS業務フロー、テックエキスパート業務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アカウント発行予定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Google Workspace</a:t>
            </a:r>
            <a:br/>
            <a:r>
              <a:t>Slack</a:t>
            </a:r>
            <a:br/>
            <a:r>
              <a:t>Notion</a:t>
            </a:r>
            <a:br/>
            <a:r>
              <a:t>匠フォース（社内システム）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レクチャー体制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メイン: 原様</a:t>
            </a:r>
            <a:br/>
            <a:r>
              <a:t>サブサポート: 高木さん、中野さん</a:t>
            </a:r>
            <a:br/>
            <a:r>
              <a:t>体系化: レクチャー内容の整理・ドキュメント化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重要な確認事項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Q: Slackチャンネル参加範囲は？</a:t>
            </a:r>
            <a:br/>
            <a:r>
              <a:t>A: 現状のみか他チャンネルも確認要</a:t>
            </a:r>
            <a:br/>
            <a:br/>
            <a:r>
              <a:t>Q: アカウント発行タイムライン？</a:t>
            </a:r>
            <a:br/>
            <a:r>
              <a:t>A: 契約後速やかに実施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アクションアイテム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匠技研工業様: アカウント準備、Slack確認</a:t>
            </a:r>
            <a:br/>
            <a:r>
              <a:t>KOMMONS: 契約手続き、アカウント発行</a:t>
            </a:r>
            <a:br/>
            <a:r>
              <a:t>レクチャー資料の整備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5F"/>
                </a:solidFill>
              </a:defRPr>
            </a:pPr>
            <a:r>
              <a:t>ネクストアクション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ご契約・アカウント準備を急ぎ進め</a:t>
            </a:r>
            <a:br/>
            <a:r>
              <a:t>3月3日稼働開始に向けて準備を加速</a:t>
            </a:r>
            <a:br/>
            <a:r>
              <a:t>スケジュール確定までの関係者調整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